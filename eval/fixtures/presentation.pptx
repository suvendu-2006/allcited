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Presenter reminder: Emphasize verifiable inline citations [S#].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Mandated under standard ISO-27001 security protocols.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Allcited Corporate Overview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Grounded Document Intelligence &amp; Verification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and ISO-27001 Compliance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Multi-factor authentication (MFA) is strictly mandatory across all internal workstations.</a:t>
            </a:r>
          </a:p>
          <a:p>
            <a:r>
              <a:t>Corporate passwords must contain a minimum of 16 characters and refresh every 90 days.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Quarterly Revenue and Growth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914400" y="137160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38400"/>
                <a:gridCol w="2438400"/>
                <a:gridCol w="2438400"/>
              </a:tblGrid>
              <a:tr h="548640">
                <a:tc>
                  <a:txBody>
                    <a:bodyPr/>
                    <a:lstStyle/>
                    <a:p>
                      <a:r>
                        <a:t>Quarter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Revenue ($M)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Growth Rate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Q1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42.5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18%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Q2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Q3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t>Q4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78.5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