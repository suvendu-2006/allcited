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reminder: Emphasize verifiable inline citations [S#].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Mandated under standard ISO-27001 security protocols.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Accrual rate 2.0 working days per month of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Rule 63.7.4 computed as monthly basic pay divided by 22 working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Allcited Corporate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Grounded Document Intelligence &amp; Verification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and ISO-27001 Compliance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Multi-factor authentication (MFA) is strictly mandatory across all internal workstations.</a:t>
            </a:r>
          </a:p>
          <a:p>
            <a:r>
              <a:t>Corporate passwords must contain a minimum of 16 characters and refresh every 90 days.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Quarterly Revenue and Growth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37160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548640">
                <a:tc>
                  <a:txBody>
                    <a:bodyPr/>
                    <a:lstStyle/>
                    <a:p>
                      <a:r>
                        <a:t>Quarter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Revenue ($M)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Growth Rate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Q1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18%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Q2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Q3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26%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Q4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22%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Leave and Time-Off Entitlements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Full-time employees accrue 24 days of paid annual leave per calendar year (2.0 days/month).</a:t>
            </a:r>
          </a:p>
          <a:p>
            <a:r>
              <a:t>Rule 2.1.4 Carry-Forward Restrictions: Maximum 8 unused annual leave days carried forward.</a:t>
            </a:r>
          </a:p>
          <a:p>
            <a:r>
              <a:t>Staff members receive 12 days of paid sick leave annually. Absences over 2 days require Form HR-702.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Separation, Resignation and Exit Terms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Permanent employees must tender formal written notice at least 60 calendar days in advance.</a:t>
            </a:r>
          </a:p>
          <a:p>
            <a:r>
              <a:t>Rule 63.7.4 Leave Encashment on Resignation: Accrued annual leave capped at 30 working days encashed.</a:t>
            </a:r>
          </a:p>
          <a:p>
            <a:r>
              <a:t>All computing assets, access cards, and proprietary material surrendered on final day.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