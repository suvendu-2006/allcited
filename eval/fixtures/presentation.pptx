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reminder: Emphasize verifiable inline citations [S#].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Mandated under standard ISO-27001 security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Allcited Corporate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Grounded Document Intelligence &amp;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ISO-27001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Multi-factor authentication (MFA) is strictly mandatory across all internal workstations.</a:t>
            </a:r>
          </a:p>
          <a:p>
            <a:r>
              <a:t>Corporate passwords must contain a minimum of 16 characters and refresh every 90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Revenue and Growth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Rate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Q1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Q4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